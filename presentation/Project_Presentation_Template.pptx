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2694EA-6434-A588-248F-2F8DC73BC054}" v="385" dt="2025-03-10T17:17:03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270" autoAdjust="0"/>
    <p:restoredTop sz="94660"/>
  </p:normalViewPr>
  <p:slideViewPr>
    <p:cSldViewPr snapToGrid="0">
      <p:cViewPr>
        <p:scale>
          <a:sx n="58" d="100"/>
          <a:sy n="58" d="100"/>
        </p:scale>
        <p:origin x="-144" y="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Predicting 10-day VIX Change from Federal Reserve Text using Frozen </a:t>
            </a:r>
            <a:r>
              <a:rPr lang="en-US" dirty="0" err="1"/>
              <a:t>FinBERT</a:t>
            </a:r>
            <a:r>
              <a:rPr lang="en-US" dirty="0"/>
              <a:t> with Learned Sentence Attention and a Linear Regression Head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22875"/>
            <a:ext cx="9144000" cy="512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Zoe Tomlinson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07D5-9B13-36A3-EEE6-3DEDB50C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8283-12D9-0C06-71F6-47D022BBE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Relationship between the Fed Reserve and VIX</a:t>
            </a:r>
          </a:p>
          <a:p>
            <a:pPr lvl="1"/>
            <a:r>
              <a:rPr lang="en-US" dirty="0"/>
              <a:t>Federal Reserve: national central banking system</a:t>
            </a:r>
          </a:p>
          <a:p>
            <a:pPr lvl="2"/>
            <a:r>
              <a:rPr lang="en-US" dirty="0"/>
              <a:t>Tied to interest rates and single largest source of monetary policy in financial markets</a:t>
            </a:r>
          </a:p>
          <a:p>
            <a:pPr lvl="1"/>
            <a:r>
              <a:rPr lang="en-US" dirty="0"/>
              <a:t>VIX: stock markets measure of volatility, widely known as the fear gauge</a:t>
            </a:r>
          </a:p>
          <a:p>
            <a:r>
              <a:rPr lang="en-US" dirty="0"/>
              <a:t>I have always been interested in how politics affects the stock market</a:t>
            </a:r>
          </a:p>
          <a:p>
            <a:pPr lvl="1"/>
            <a:r>
              <a:rPr lang="en-US" dirty="0"/>
              <a:t>Difference in the Trump vs Biden regimes?</a:t>
            </a:r>
          </a:p>
          <a:p>
            <a:pPr lvl="1"/>
            <a:r>
              <a:rPr lang="en-US" dirty="0"/>
              <a:t>Quantitative finance</a:t>
            </a:r>
          </a:p>
          <a:p>
            <a:pPr lvl="1"/>
            <a:r>
              <a:rPr lang="en-US" dirty="0"/>
              <a:t>VIX</a:t>
            </a:r>
          </a:p>
        </p:txBody>
      </p:sp>
    </p:spTree>
    <p:extLst>
      <p:ext uri="{BB962C8B-B14F-4D97-AF65-F5344CB8AC3E}">
        <p14:creationId xmlns:p14="http://schemas.microsoft.com/office/powerpoint/2010/main" val="422501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D4987-295E-943F-EC06-72ABB538D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326 Fed documents (1993-2026)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2E294-81FF-BFFD-F79A-EF8F11C40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24018" cy="435133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/>
              <a:t>Joined two document sources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FOMC minutes: 268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Humphrey-Hawkins testimony: 558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What are these and why these?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Where did it come from?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More detail on where (credibility)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>
              <a:buFont typeface="Courier New" panose="020B0604020202020204" pitchFamily="34" charset="0"/>
              <a:buChar char="o"/>
            </a:pPr>
            <a:r>
              <a:rPr lang="en-US" dirty="0"/>
              <a:t>Preprocessing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Each document was sentence-segmented with NLTK </a:t>
            </a:r>
            <a:r>
              <a:rPr lang="en-US" dirty="0" err="1"/>
              <a:t>Punkt</a:t>
            </a:r>
            <a:r>
              <a:rPr lang="en-US" dirty="0"/>
              <a:t> (Kiss &amp; Strunk 2006), capped at the first 80 sentences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where the policy rationale is, everything after that not helpful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A7250-5892-A2ED-A4BF-04AF6289B951}"/>
              </a:ext>
            </a:extLst>
          </p:cNvPr>
          <p:cNvSpPr txBox="1"/>
          <p:nvPr/>
        </p:nvSpPr>
        <p:spPr>
          <a:xfrm>
            <a:off x="6760028" y="4615543"/>
            <a:ext cx="38644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An Example from your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F168EB-7F84-D7B7-FD3B-740295871963}"/>
              </a:ext>
            </a:extLst>
          </p:cNvPr>
          <p:cNvSpPr/>
          <p:nvPr/>
        </p:nvSpPr>
        <p:spPr>
          <a:xfrm>
            <a:off x="6096000" y="2032000"/>
            <a:ext cx="4528456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7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3FD49-9CA4-549B-3861-0C943CE4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FinBERT</a:t>
            </a:r>
            <a:r>
              <a:rPr lang="en-US" dirty="0"/>
              <a:t> + Sentence Attention + Linear 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14C9F-2B0A-3BDE-E080-36C7141D9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 err="1"/>
              <a:t>FinBERT</a:t>
            </a:r>
            <a:r>
              <a:rPr lang="en-US" dirty="0"/>
              <a:t> for embeddings</a:t>
            </a:r>
          </a:p>
          <a:p>
            <a:pPr lvl="1"/>
            <a:r>
              <a:rPr lang="en-US" dirty="0" err="1"/>
              <a:t>Pretrainhed</a:t>
            </a:r>
            <a:r>
              <a:rPr lang="en-US" dirty="0"/>
              <a:t> on finance language to create embeddings that represent all the text, even the financially jargony ones</a:t>
            </a:r>
          </a:p>
          <a:p>
            <a:r>
              <a:rPr lang="en-US" dirty="0"/>
              <a:t>Sentence Attention for sentence weights</a:t>
            </a:r>
          </a:p>
          <a:p>
            <a:pPr lvl="1"/>
            <a:r>
              <a:rPr lang="en-US" dirty="0"/>
              <a:t>Attention!!! </a:t>
            </a:r>
          </a:p>
          <a:p>
            <a:r>
              <a:rPr lang="en-US" dirty="0"/>
              <a:t>Linear head for regression prediction</a:t>
            </a:r>
          </a:p>
          <a:p>
            <a:pPr lvl="1"/>
            <a:r>
              <a:rPr lang="en-US" dirty="0"/>
              <a:t>Regression and prediction</a:t>
            </a:r>
          </a:p>
          <a:p>
            <a:pPr lvl="1"/>
            <a:r>
              <a:rPr lang="en-US" dirty="0"/>
              <a:t>Why else?</a:t>
            </a:r>
          </a:p>
          <a:p>
            <a:r>
              <a:rPr lang="en-US" dirty="0"/>
              <a:t>Mention linear baseline TD-IDF Ridge and how it works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Diagram</a:t>
            </a:r>
          </a:p>
          <a:p>
            <a:pPr marL="457200" lvl="1" indent="0">
              <a:buNone/>
            </a:pPr>
            <a:r>
              <a:rPr lang="en-US" dirty="0"/>
              <a:t>80 sentence docs 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finBERT</a:t>
            </a:r>
            <a:r>
              <a:rPr lang="en-US" dirty="0">
                <a:sym typeface="Wingdings" pitchFamily="2" charset="2"/>
              </a:rPr>
              <a:t>  embeddings  sentence attention  weights  linear head  predictions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892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8E4F-AFCE-8BC7-B8E2-BC386E6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2661A-2793-3F4F-12A7-687F3FA6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0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is one of your metrics?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did it work?</a:t>
            </a:r>
          </a:p>
        </p:txBody>
      </p:sp>
      <p:pic>
        <p:nvPicPr>
          <p:cNvPr id="8" name="Picture 7" descr="regression_comparison.png">
            <a:extLst>
              <a:ext uri="{FF2B5EF4-FFF2-40B4-BE49-F238E27FC236}">
                <a16:creationId xmlns:a16="http://schemas.microsoft.com/office/drawing/2014/main" id="{416877B3-A750-AD6B-FA80-8E35343B1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925" y="2532298"/>
            <a:ext cx="7132320" cy="293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9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AF35-5AC6-808D-851F-C28CC35E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104D4-1734-FD7B-C2BE-CCE559AEF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What worked and what didn't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 point or two</a:t>
            </a:r>
          </a:p>
          <a:p>
            <a:r>
              <a:rPr lang="en-US" dirty="0"/>
              <a:t>Anything you would do differently</a:t>
            </a:r>
            <a:br>
              <a:rPr lang="en-US" dirty="0"/>
            </a:br>
            <a:endParaRPr lang="en-US" dirty="0"/>
          </a:p>
          <a:p>
            <a:r>
              <a:rPr lang="en-US" dirty="0"/>
              <a:t>Acknowledgements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Anyone who helped, that you would like to thank </a:t>
            </a:r>
          </a:p>
        </p:txBody>
      </p:sp>
    </p:spTree>
    <p:extLst>
      <p:ext uri="{BB962C8B-B14F-4D97-AF65-F5344CB8AC3E}">
        <p14:creationId xmlns:p14="http://schemas.microsoft.com/office/powerpoint/2010/main" val="1038877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278</Words>
  <Application>Microsoft Macintosh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Wingdings</vt:lpstr>
      <vt:lpstr>office theme</vt:lpstr>
      <vt:lpstr>Predicting 10-day VIX Change from Federal Reserve Text using Frozen FinBERT with Learned Sentence Attention and a Linear Regression Head</vt:lpstr>
      <vt:lpstr>Introduction</vt:lpstr>
      <vt:lpstr>Dataset: 326 Fed documents (1993-2026)</vt:lpstr>
      <vt:lpstr>FinBERT + Sentence Attention + Linear Head</vt:lpstr>
      <vt:lpstr>Your 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Zoe Tomlinson</cp:lastModifiedBy>
  <cp:revision>79</cp:revision>
  <dcterms:created xsi:type="dcterms:W3CDTF">2025-03-10T17:03:02Z</dcterms:created>
  <dcterms:modified xsi:type="dcterms:W3CDTF">2026-06-07T23:40:12Z</dcterms:modified>
</cp:coreProperties>
</file>